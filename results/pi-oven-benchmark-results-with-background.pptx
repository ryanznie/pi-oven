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1344066df949fc" /><Relationship Type="http://schemas.openxmlformats.org/officeDocument/2006/relationships/extended-properties" Target="/docProps/app.xml" Id="R8d84831e8d2d4c8a" /><Relationship Type="http://schemas.openxmlformats.org/officeDocument/2006/relationships/officeDocument" Target="/ppt/presentation.xml" Id="R74b88530346342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9d4cde313f4e8d"/>
  </p:sldMasterIdLst>
  <p:notesMasterIdLst>
    <p:notesMasterId xmlns:r="http://schemas.openxmlformats.org/officeDocument/2006/relationships" r:id="R57cab4592e3445f2"/>
  </p:notesMasterIdLst>
  <p:sldIdLst>
    <p:sldId xmlns:r="http://schemas.openxmlformats.org/officeDocument/2006/relationships" id="256" r:id="R54be0f1e632f4a3b"/>
    <p:sldId xmlns:r="http://schemas.openxmlformats.org/officeDocument/2006/relationships" id="257" r:id="R629cf204231041df"/>
    <p:sldId xmlns:r="http://schemas.openxmlformats.org/officeDocument/2006/relationships" id="258" r:id="R35329290920249c0"/>
    <p:sldId xmlns:r="http://schemas.openxmlformats.org/officeDocument/2006/relationships" id="259" r:id="Rb8b49e2f985144de"/>
    <p:sldId xmlns:r="http://schemas.openxmlformats.org/officeDocument/2006/relationships" id="260" r:id="Rfdfc2438e0f44ba2"/>
    <p:sldId xmlns:r="http://schemas.openxmlformats.org/officeDocument/2006/relationships" id="261" r:id="R0645f99f7faf4626"/>
    <p:sldId xmlns:r="http://schemas.openxmlformats.org/officeDocument/2006/relationships" id="262" r:id="Rcc80cc5d7ca64bd6"/>
    <p:sldId xmlns:r="http://schemas.openxmlformats.org/officeDocument/2006/relationships" id="263" r:id="R5498eaadc87e45b9"/>
    <p:sldId xmlns:r="http://schemas.openxmlformats.org/officeDocument/2006/relationships" id="264" r:id="Rebc6cf5d21db48ea"/>
    <p:sldId xmlns:r="http://schemas.openxmlformats.org/officeDocument/2006/relationships" id="265" r:id="R2421f3ba1c4c4e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072df86c134fb1" /><Relationship Type="http://schemas.openxmlformats.org/officeDocument/2006/relationships/slideMaster" Target="/ppt/slideMasters/slideMaster1.xml" Id="R1b9d4cde313f4e8d" /><Relationship Type="http://schemas.openxmlformats.org/officeDocument/2006/relationships/notesMaster" Target="/ppt/notesMasters/notesMaster1.xml" Id="R57cab4592e3445f2" /><Relationship Type="http://schemas.openxmlformats.org/officeDocument/2006/relationships/presProps" Target="/ppt/presProps.xml" Id="Rac29ebeace0640b1" /><Relationship Type="http://schemas.openxmlformats.org/officeDocument/2006/relationships/tableStyles" Target="/ppt/tableStyles.xml" Id="R993b005e8a9f4a2a" /><Relationship Type="http://schemas.openxmlformats.org/officeDocument/2006/relationships/slide" Target="/ppt/slides/slide1.xml" Id="R54be0f1e632f4a3b" /><Relationship Type="http://schemas.openxmlformats.org/officeDocument/2006/relationships/slide" Target="/ppt/slides/slide2.xml" Id="R629cf204231041df" /><Relationship Type="http://schemas.openxmlformats.org/officeDocument/2006/relationships/slide" Target="/ppt/slides/slide3.xml" Id="R35329290920249c0" /><Relationship Type="http://schemas.openxmlformats.org/officeDocument/2006/relationships/slide" Target="/ppt/slides/slide4.xml" Id="Rb8b49e2f985144de" /><Relationship Type="http://schemas.openxmlformats.org/officeDocument/2006/relationships/slide" Target="/ppt/slides/slide5.xml" Id="Rfdfc2438e0f44ba2" /><Relationship Type="http://schemas.openxmlformats.org/officeDocument/2006/relationships/slide" Target="/ppt/slides/slide6.xml" Id="R0645f99f7faf4626" /><Relationship Type="http://schemas.openxmlformats.org/officeDocument/2006/relationships/slide" Target="/ppt/slides/slide7.xml" Id="Rcc80cc5d7ca64bd6" /><Relationship Type="http://schemas.openxmlformats.org/officeDocument/2006/relationships/slide" Target="/ppt/slides/slide8.xml" Id="R5498eaadc87e45b9" /><Relationship Type="http://schemas.openxmlformats.org/officeDocument/2006/relationships/slide" Target="/ppt/slides/slide9.xml" Id="Rebc6cf5d21db48ea" /><Relationship Type="http://schemas.openxmlformats.org/officeDocument/2006/relationships/slide" Target="/ppt/slides/slide10.xml" Id="R2421f3ba1c4c4e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abd715eaef48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da22b526f94563" /><Relationship Type="http://schemas.openxmlformats.org/officeDocument/2006/relationships/notesMaster" Target="/ppt/notesMasters/notesMaster1.xml" Id="R5c592d4324b24a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959577d49e4c79" /><Relationship Type="http://schemas.openxmlformats.org/officeDocument/2006/relationships/notesMaster" Target="/ppt/notesMasters/notesMaster1.xml" Id="Re35ca14c68a541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96d3d812144986" /><Relationship Type="http://schemas.openxmlformats.org/officeDocument/2006/relationships/notesMaster" Target="/ppt/notesMasters/notesMaster1.xml" Id="R4aa50eb102c345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49e394e13241fe" /><Relationship Type="http://schemas.openxmlformats.org/officeDocument/2006/relationships/notesMaster" Target="/ppt/notesMasters/notesMaster1.xml" Id="R272350e6fb8347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c1e53eb30b4d2d" /><Relationship Type="http://schemas.openxmlformats.org/officeDocument/2006/relationships/notesMaster" Target="/ppt/notesMasters/notesMaster1.xml" Id="Rae0c0c27bcdd49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e02e1c11c94b40" /><Relationship Type="http://schemas.openxmlformats.org/officeDocument/2006/relationships/notesMaster" Target="/ppt/notesMasters/notesMaster1.xml" Id="R1493e5c1b6c54f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117b35d85f49c5" /><Relationship Type="http://schemas.openxmlformats.org/officeDocument/2006/relationships/notesMaster" Target="/ppt/notesMasters/notesMaster1.xml" Id="Rf8d9982767644f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e326c0ae824795" /><Relationship Type="http://schemas.openxmlformats.org/officeDocument/2006/relationships/notesMaster" Target="/ppt/notesMasters/notesMaster1.xml" Id="R712d902e117744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8e240ddfc74960" /><Relationship Type="http://schemas.openxmlformats.org/officeDocument/2006/relationships/notesMaster" Target="/ppt/notesMasters/notesMaster1.xml" Id="R8a6c3580422449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0891a922ee4dfe" /><Relationship Type="http://schemas.openxmlformats.org/officeDocument/2006/relationships/notesMaster" Target="/ppt/notesMasters/notesMaster1.xml" Id="Rd12019910e6f4b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README.md</a:t>
            </a:r>
          </a:p>
          <a:p xmlns:a="http://schemas.openxmlformats.org/drawingml/2006/main">
            <a:r>
              <a:t>- results/benchmark_results.jsonl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edge-inference motivation image (built-in image generation tool)</a:t>
            </a:r>
          </a:p>
          <a:p xmlns:a="http://schemas.openxmlformats.org/drawingml/2006/main">
            <a:r>
              <a:t>- Repository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KV-cache flow image (built-in image generation tool)</a:t>
            </a:r>
          </a:p>
          <a:p xmlns:a="http://schemas.openxmlformats.org/drawingml/2006/main">
            <a:r>
              <a:t>- tinyserve/naive.py</a:t>
            </a:r>
          </a:p>
          <a:p xmlns:a="http://schemas.openxmlformats.org/drawingml/2006/main">
            <a:r>
              <a:t>- tinyserve/README.md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results/benchmark_results.jsonl</a:t>
            </a:r>
          </a:p>
          <a:p xmlns:a="http://schemas.openxmlformats.org/drawingml/2006/main">
            <a:r>
              <a:t>- results/perf_stat.txt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results/plots/llama_bench_generation_throughput.png</a:t>
            </a:r>
          </a:p>
          <a:p xmlns:a="http://schemas.openxmlformats.org/drawingml/2006/main">
            <a:r>
              <a:t>- results/plots/llama_bench_prefill_throughput.png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results/plots/thread_scaling_wall_time.png</a:t>
            </a:r>
          </a:p>
          <a:p xmlns:a="http://schemas.openxmlformats.org/drawingml/2006/main">
            <a:r>
              <a:t>- results/benchmark_results.jsonl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results/plots/speculative_wall_time.png</a:t>
            </a:r>
          </a:p>
          <a:p xmlns:a="http://schemas.openxmlformats.org/drawingml/2006/main">
            <a:r>
              <a:t>- results/benchmark_results.jsonl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results/plots/perf_summary.png</a:t>
            </a:r>
          </a:p>
          <a:p xmlns:a="http://schemas.openxmlformats.org/drawingml/2006/main">
            <a:r>
              <a:t>- results/perf_stat.txt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results/analytics/summary.csv</a:t>
            </a:r>
          </a:p>
          <a:p xmlns:a="http://schemas.openxmlformats.org/drawingml/2006/main">
            <a:r>
              <a:t>- results/analytics/report.md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results/analytics/report.md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3ce98793545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fded5f4df14ca7" /><Relationship Type="http://schemas.openxmlformats.org/officeDocument/2006/relationships/slideLayout" Target="/ppt/slideLayouts/slideLayout1.xml" Id="R9659afb87c8844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59afb87c8844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ea81033d341bf" /><Relationship Type="http://schemas.openxmlformats.org/officeDocument/2006/relationships/notesSlide" Target="/ppt/notesSlides/notesSlide1.xml" Id="R9b5d81ab6bf04a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4cee351084f64" /><Relationship Type="http://schemas.openxmlformats.org/officeDocument/2006/relationships/image" Target="/ppt/media/image.png" Id="R11649291baa842a3" /><Relationship Type="http://schemas.openxmlformats.org/officeDocument/2006/relationships/notesSlide" Target="/ppt/notesSlides/notesSlide2.xml" Id="Rebe96e396a914d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0a4ea14c8469d" /><Relationship Type="http://schemas.openxmlformats.org/officeDocument/2006/relationships/image" Target="/ppt/media/image2.png" Id="Rc6eab81dd45242dc" /><Relationship Type="http://schemas.openxmlformats.org/officeDocument/2006/relationships/notesSlide" Target="/ppt/notesSlides/notesSlide3.xml" Id="R537cd4a9ec5c4f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e708ffc1649ee" /><Relationship Type="http://schemas.openxmlformats.org/officeDocument/2006/relationships/notesSlide" Target="/ppt/notesSlides/notesSlide4.xml" Id="R1b89215cdc564d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1db9cc01c4e99" /><Relationship Type="http://schemas.openxmlformats.org/officeDocument/2006/relationships/image" Target="/ppt/media/image3.png" Id="Rf6c1b4cb93e344e4" /><Relationship Type="http://schemas.openxmlformats.org/officeDocument/2006/relationships/image" Target="/ppt/media/image4.png" Id="R49541deb7c654fdd" /><Relationship Type="http://schemas.openxmlformats.org/officeDocument/2006/relationships/notesSlide" Target="/ppt/notesSlides/notesSlide5.xml" Id="R87ff87cb9cc24d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22cad8e034183" /><Relationship Type="http://schemas.openxmlformats.org/officeDocument/2006/relationships/image" Target="/ppt/media/image.png" Id="R388354dd6e894447" /><Relationship Type="http://schemas.openxmlformats.org/officeDocument/2006/relationships/notesSlide" Target="/ppt/notesSlides/notesSlide6.xml" Id="Red3128650da34a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a25807484497f" /><Relationship Type="http://schemas.openxmlformats.org/officeDocument/2006/relationships/image" Target="/ppt/media/image2.png" Id="R34ecc35910464805" /><Relationship Type="http://schemas.openxmlformats.org/officeDocument/2006/relationships/notesSlide" Target="/ppt/notesSlides/notesSlide7.xml" Id="R1763aedd265f4e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3960c69e94c26" /><Relationship Type="http://schemas.openxmlformats.org/officeDocument/2006/relationships/image" Target="/ppt/media/image5.png" Id="Rb8ccf2b5f08f4b0f" /><Relationship Type="http://schemas.openxmlformats.org/officeDocument/2006/relationships/notesSlide" Target="/ppt/notesSlides/notesSlide8.xml" Id="Rc2719a1335c146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d3973e9364241" /><Relationship Type="http://schemas.openxmlformats.org/officeDocument/2006/relationships/notesSlide" Target="/ppt/notesSlides/notesSlide9.xml" Id="R688c26b8344e48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3880cb846403f" /><Relationship Type="http://schemas.openxmlformats.org/officeDocument/2006/relationships/notesSlide" Target="/ppt/notesSlides/notesSlide10.xml" Id="Rbdf909437f8e42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77C29-6B0A-4E24-B8F2-9A5373D5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PI OVEN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8E6A3-A291-4873-8D10-9234FF3E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001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Edge LLM optimization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 Raspberry 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D3AA1-BF2E-48DE-B5E6-AFC217A9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Qwen2.5 1.5B Q4_K_M | llama.cpp | CPU-only ARM64</a:t>
            </a:r>
          </a:p>
        </p:txBody>
      </p:sp>
    </p:spTree>
    <p:extLst>
      <p:ext uri="{BB962C8B-B14F-4D97-AF65-F5344CB8AC3E}">
        <p14:creationId xmlns:p14="http://schemas.microsoft.com/office/powerpoint/2010/main" val="781249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0AB3D-C54C-4D08-BAAD-80C08E11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Edge inference turns optimization into a systems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19F35-025B-4375-AA64-D0ADADD9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DA635-80E3-411C-9F66-09B01CDB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524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49291baa842a3"/>
          <a:stretch xmlns:a="http://schemas.openxmlformats.org/drawingml/2006/main"/>
        </p:blipFill>
        <p:spPr>
          <a:xfrm xmlns:a="http://schemas.openxmlformats.org/drawingml/2006/main" flipH="0" flipV="0">
            <a:off x="476250" y="2385060"/>
            <a:ext cx="5372100" cy="25069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2BAB1-BDF2-43BB-BC0B-9A267B6C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CPU-only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A44C9-88E9-4015-B4A2-6AB85605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Small devices expose every bottleneck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0BF15-A527-4352-8476-56120D35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25241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17D3D-21BF-4FE9-B64A-EB70B5FD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25241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F2D95-8615-45FC-86C7-1FD70A2A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4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Limited 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96779-D300-4A76-8FD0-6662901B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Model weights and KV cache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compete for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C94A5-45B9-4FD1-ADA7-EDDB7F61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21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Token latency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8543F-55DF-495F-B84D-528A2018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67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Each generated token needs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another forward pass</a:t>
            </a:r>
          </a:p>
        </p:txBody>
      </p:sp>
    </p:spTree>
    <p:extLst>
      <p:ext uri="{BB962C8B-B14F-4D97-AF65-F5344CB8AC3E}">
        <p14:creationId xmlns:p14="http://schemas.microsoft.com/office/powerpoint/2010/main" val="1698616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0B674-8E41-45DC-8F29-EF8395C7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Prefill builds context; decode reuses it one token at a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88554-BEFC-4492-9A93-C9964A82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38055-0631-4F19-92A9-B19F2AF1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rPr>
              <a:t>No cache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15095-9EE7-477C-B8E8-4193C7B9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repeats the whole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306F3-9AC7-4CFD-B15F-5184F6C8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Prefill processes all prompt tokens in parallel and creates key/value tensors at every layer. The KV cache stores that context. Decode then evaluates only the newest token, attends to cached history, and appends the next key/value pair.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5580E-BA49-420A-A822-DC0DBEAF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00150"/>
            <a:ext cx="58102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ab81dd45242dc"/>
          <a:stretch xmlns:a="http://schemas.openxmlformats.org/drawingml/2006/main"/>
        </p:blipFill>
        <p:spPr>
          <a:xfrm xmlns:a="http://schemas.openxmlformats.org/drawingml/2006/main" flipH="0" flipV="0">
            <a:off x="6057900" y="2308860"/>
            <a:ext cx="5657850" cy="2640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9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AD9E42-1652-42CD-A7B2-85E96153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completed run establishes a usable CPU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257C0-792E-40CB-834D-119BD550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000C1-011E-4218-A8D1-B5D00EC3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Nine successful runs cover KV-cache precision, thread scaling, speculative decoding, llama-bench throughput, and Linux perf counters.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DF1BC-2A8B-4717-9908-38F23E6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35623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83CAD-33EE-4958-A046-4B93F39E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3.080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0C055-8E07-45A5-A1E4-BF90B497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tokens/s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04C96-EE83-4CAF-8542-62908909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Best measured 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54FA1-2158-449E-8B12-AA212072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95600"/>
            <a:ext cx="35623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18280-AEB8-4648-BBD6-279BBBB2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7.112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CD95D-D7C2-41AB-A0F6-8455717E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434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tokens/s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313FA-3B7B-4E2A-9E09-A03B5440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0101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Best measured prefill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98A2A-5889-4861-8866-22FF6430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5623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445B2-F0A8-4FFF-8873-9A9B0A09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3.628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66EAB-9CD6-4F55-A2DE-01BEB789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434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cores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0B1DD-CFEB-4E07-BBB0-CB5CBA58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101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Average CPU utilization</a:t>
            </a:r>
          </a:p>
        </p:txBody>
      </p:sp>
    </p:spTree>
    <p:extLst>
      <p:ext uri="{BB962C8B-B14F-4D97-AF65-F5344CB8AC3E}">
        <p14:creationId xmlns:p14="http://schemas.microsoft.com/office/powerpoint/2010/main" val="7346260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B03B0-5AAF-4596-83C2-C3F25160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F16 and Q8 KV caches are effectively tied for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F37B8-816F-4067-B958-3DC3E78F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E6546-214B-4248-BADC-8EB48732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547687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1b4cb93e344e4"/>
          <a:stretch xmlns:a="http://schemas.openxmlformats.org/drawingml/2006/main"/>
        </p:blipFill>
        <p:spPr>
          <a:xfrm xmlns:a="http://schemas.openxmlformats.org/drawingml/2006/main">
            <a:off x="476250" y="1881823"/>
            <a:ext cx="5324475" cy="248475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783CF-4A68-4027-81B2-D8654344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219200"/>
            <a:ext cx="547687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41deb7c654fdd"/>
          <a:stretch xmlns:a="http://schemas.openxmlformats.org/drawingml/2006/main"/>
        </p:blipFill>
        <p:spPr>
          <a:xfrm xmlns:a="http://schemas.openxmlformats.org/drawingml/2006/main">
            <a:off x="6391275" y="1881823"/>
            <a:ext cx="5324475" cy="24847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C246B-A8EF-4233-9FB1-FE48EFD5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Generation: F16 leads Q8 by only 0.67%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49248-25F8-45E0-8FA3-B45E0758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578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Prefill: F16 leads Q8 by 4.23%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EE3EB-1B41-4D9D-8697-F97F4B01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One sample per condition: treat small differences as directional, not conclusive.</a:t>
            </a:r>
          </a:p>
        </p:txBody>
      </p:sp>
    </p:spTree>
    <p:extLst>
      <p:ext uri="{BB962C8B-B14F-4D97-AF65-F5344CB8AC3E}">
        <p14:creationId xmlns:p14="http://schemas.microsoft.com/office/powerpoint/2010/main" val="194866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0AB3D-C54C-4D08-BAAD-80C08E11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Two threads capture almost all available scaling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19F35-025B-4375-AA64-D0ADADD9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DA635-80E3-411C-9F66-09B01CDB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524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354dd6e894447"/>
          <a:stretch xmlns:a="http://schemas.openxmlformats.org/drawingml/2006/main"/>
        </p:blipFill>
        <p:spPr>
          <a:xfrm xmlns:a="http://schemas.openxmlformats.org/drawingml/2006/main">
            <a:off x="476250" y="2385060"/>
            <a:ext cx="5372100" cy="25069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2BAB1-BDF2-43BB-BC0B-9A267B6C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1.80x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A44C9-88E9-4015-B4A2-6AB85605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speedup from 1 to 2 threads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0BF15-A527-4352-8476-56120D35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25241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17D3D-21BF-4FE9-B64A-EB70B5FD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25241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F2D95-8615-45FC-86C7-1FD70A2A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98.422s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96779-D300-4A76-8FD0-6662901B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 threads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Best efficiency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C94A5-45B9-4FD1-ADA7-EDDB7F61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96.317s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8543F-55DF-495F-B84D-528A2018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67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 threads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Fastest overall</a:t>
            </a:r>
          </a:p>
        </p:txBody>
      </p:sp>
    </p:spTree>
    <p:extLst>
      <p:ext uri="{BB962C8B-B14F-4D97-AF65-F5344CB8AC3E}">
        <p14:creationId xmlns:p14="http://schemas.microsoft.com/office/powerpoint/2010/main" val="1698616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0B674-8E41-45DC-8F29-EF8395C7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Speculative decoding is slower on this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88554-BEFC-4492-9A93-C9964A82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38055-0631-4F19-92A9-B19F2AF1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rPr>
              <a:t>2.17x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15095-9EE7-477C-B8E8-4193C7B9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longer wall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306F3-9AC7-4CFD-B15F-5184F6C8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The 0.5B draft model adds more work than it saves. Acceptance rate was not captured, so the run shows the outcome but not the exact cause.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5580E-BA49-420A-A822-DC0DBEAF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00150"/>
            <a:ext cx="58102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cc35910464805"/>
          <a:stretch xmlns:a="http://schemas.openxmlformats.org/drawingml/2006/main"/>
        </p:blipFill>
        <p:spPr>
          <a:xfrm xmlns:a="http://schemas.openxmlformats.org/drawingml/2006/main">
            <a:off x="6057900" y="2308860"/>
            <a:ext cx="5657850" cy="2640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92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74E7F-0405-41AB-8F93-94C0D108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CPU is well utilized, but pipeline efficiency is modest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55C3D-8566-4153-AEA8-8D1E68E4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C8C93-25BA-47E6-BF24-DA6C7DA8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715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cf2b5f08f4b0f"/>
          <a:stretch xmlns:a="http://schemas.openxmlformats.org/drawingml/2006/main"/>
        </p:blipFill>
        <p:spPr>
          <a:xfrm xmlns:a="http://schemas.openxmlformats.org/drawingml/2006/main">
            <a:off x="476250" y="2340610"/>
            <a:ext cx="5562600" cy="25958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1FCAF-0F49-4E1F-A558-5386C064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3.628 cores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13B06-82C8-450F-8725-BB44F640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90.7% of the four-core 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D6EA6-FC20-49C8-B2A5-65F01477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0.82 IPC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AE45C-6A52-426C-81E3-47114EFC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Substantial execution stalls remain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65CC2-14F9-402B-AEF6-0E61083B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0.69% L1 miss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3E011-2332-4AD3-9F4F-52CE5E10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L1 cache is not the obvious bottleneck</a:t>
            </a:r>
          </a:p>
        </p:txBody>
      </p:sp>
    </p:spTree>
    <p:extLst>
      <p:ext uri="{BB962C8B-B14F-4D97-AF65-F5344CB8AC3E}">
        <p14:creationId xmlns:p14="http://schemas.microsoft.com/office/powerpoint/2010/main" val="425116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AB72B-0528-47C7-8E5A-0B527338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best method depends on whether speed or efficiency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20D93-ACA9-4A7F-9C70-8496A426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161D0-B389-4424-A6C9-E18884ED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Use the winner within each comparable category; do not compare normalized scores across different metrics.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0750"/>
                <a:gridCol w="1809750"/>
                <a:gridCol w="2000250"/>
                <a:gridCol w="1524000"/>
                <a:gridCol w="3867150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Winner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Measured result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Confidence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Recommendation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Generation speed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F16 KV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3.080 tok/s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Tie in practice with Q8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Prefill speed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F16 KV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7.112 tok/s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Retest with repetitions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Lowest latency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4 threads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96.317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Medium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Use for fastest response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CPU efficiency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2 threads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98.422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Medium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Only 2.2% behind four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Decode method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Standard Q8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2.17x faster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Medium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Skip speculative for now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Lowest memory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Unknown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RAM not captured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None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Measure RSS before deciding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6227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1B339-B5A7-48F6-8E3B-96383BE5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F0CBB-029D-4C01-9662-762057FE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287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Make the next run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comparison-grade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BA363-D477-4DFB-ABEE-B47C9708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42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3+ repetitions with warmup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Actual token count and TTFT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Peak RAM, temperature, and speculative acceptance rate</a:t>
            </a:r>
          </a:p>
        </p:txBody>
      </p:sp>
    </p:spTree>
    <p:extLst>
      <p:ext uri="{BB962C8B-B14F-4D97-AF65-F5344CB8AC3E}">
        <p14:creationId xmlns:p14="http://schemas.microsoft.com/office/powerpoint/2010/main" val="888485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2026-08-10T00:15:35.5230000Z</dcterms:created>
  <dcterms:modified xsi:type="dcterms:W3CDTF">2026-08-10T00:15:35.5230000Z</dcterms:modified>
</coreProperties>
</file>